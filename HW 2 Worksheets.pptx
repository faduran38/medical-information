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9/12/25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0BDE5956-9DA7-4383-BCAF-A000C93D3E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worksheets from 9</a:t>
            </a:r>
            <a:r>
              <a:rPr lang="en-US" dirty="0"/>
              <a:t>/</a:t>
            </a:r>
            <a:r>
              <a:rPr dirty="0"/>
              <a:t>10</a:t>
            </a: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04B3A5CB-7DF8-443E-9CC8-8AF020AEC7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File created on: 9/12/25 12:54:23 PM CDT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F751E0-3C34-9529-03D6-9D9091B33B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930" y="1825625"/>
            <a:ext cx="6962140" cy="4351338"/>
          </a:xfrm>
        </p:spPr>
      </p:pic>
    </p:spTree>
    <p:extLst>
      <p:ext uri="{BB962C8B-B14F-4D97-AF65-F5344CB8AC3E}">
        <p14:creationId xmlns:p14="http://schemas.microsoft.com/office/powerpoint/2010/main" val="1731828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Number of patient visits by department">
            <a:extLst>
              <a:ext uri="{FF2B5EF4-FFF2-40B4-BE49-F238E27FC236}">
                <a16:creationId xmlns:a16="http://schemas.microsoft.com/office/drawing/2014/main" id="{551C73DC-9C80-4183-A12C-B91115A96E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425" y="1509712"/>
            <a:ext cx="9963150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Bullet chart_Goal met">
            <a:extLst>
              <a:ext uri="{FF2B5EF4-FFF2-40B4-BE49-F238E27FC236}">
                <a16:creationId xmlns:a16="http://schemas.microsoft.com/office/drawing/2014/main" id="{4E1C1206-6167-405D-BAFE-6F04222F4F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1428750"/>
            <a:ext cx="98679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Bar in bar chart">
            <a:extLst>
              <a:ext uri="{FF2B5EF4-FFF2-40B4-BE49-F238E27FC236}">
                <a16:creationId xmlns:a16="http://schemas.microsoft.com/office/drawing/2014/main" id="{A8172D35-AE16-490A-8376-48FCAD4DAA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2366962"/>
            <a:ext cx="9867900" cy="212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Highlighting categories">
            <a:extLst>
              <a:ext uri="{FF2B5EF4-FFF2-40B4-BE49-F238E27FC236}">
                <a16:creationId xmlns:a16="http://schemas.microsoft.com/office/drawing/2014/main" id="{0E72CBC2-E9E4-48D4-BDD1-B06EE2B2E9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1509712"/>
            <a:ext cx="9867900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Built-in Date hierarchy">
            <a:extLst>
              <a:ext uri="{FF2B5EF4-FFF2-40B4-BE49-F238E27FC236}">
                <a16:creationId xmlns:a16="http://schemas.microsoft.com/office/drawing/2014/main" id="{DB3A0E48-0E83-443A-99EB-AD20F79409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741" y="0"/>
            <a:ext cx="95265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de7" descr="Number of patient visits over time">
            <a:extLst>
              <a:ext uri="{FF2B5EF4-FFF2-40B4-BE49-F238E27FC236}">
                <a16:creationId xmlns:a16="http://schemas.microsoft.com/office/drawing/2014/main" id="{79EEB3DB-5BAA-4AD4-8839-43E2F72075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1048" y="0"/>
            <a:ext cx="38299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de8" descr="Number of patient visits over time (2)">
            <a:extLst>
              <a:ext uri="{FF2B5EF4-FFF2-40B4-BE49-F238E27FC236}">
                <a16:creationId xmlns:a16="http://schemas.microsoft.com/office/drawing/2014/main" id="{88145389-56CB-436F-BDC3-21E62BD65E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62491"/>
            <a:ext cx="12192000" cy="2133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de9" descr="Gnatt Chart">
            <a:extLst>
              <a:ext uri="{FF2B5EF4-FFF2-40B4-BE49-F238E27FC236}">
                <a16:creationId xmlns:a16="http://schemas.microsoft.com/office/drawing/2014/main" id="{DAD39AF9-62E8-43CE-B88B-82552ABCD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1106" y="0"/>
            <a:ext cx="7497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lide10" descr="Stacked Bars">
            <a:extLst>
              <a:ext uri="{FF2B5EF4-FFF2-40B4-BE49-F238E27FC236}">
                <a16:creationId xmlns:a16="http://schemas.microsoft.com/office/drawing/2014/main" id="{B84CB8AB-6381-457F-B333-0147C932BD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2436" y="0"/>
            <a:ext cx="92271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lide11" descr="Patient Risk Side-by-Side">
            <a:extLst>
              <a:ext uri="{FF2B5EF4-FFF2-40B4-BE49-F238E27FC236}">
                <a16:creationId xmlns:a16="http://schemas.microsoft.com/office/drawing/2014/main" id="{7840B898-C2A0-4CBB-A790-FE32869A5C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983" y="0"/>
            <a:ext cx="92360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lide12" descr="Treemaps">
            <a:extLst>
              <a:ext uri="{FF2B5EF4-FFF2-40B4-BE49-F238E27FC236}">
                <a16:creationId xmlns:a16="http://schemas.microsoft.com/office/drawing/2014/main" id="{DE3D9ED6-F1A4-4F66-B5C0-1BABC98625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0114" y="0"/>
            <a:ext cx="55317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lide13" descr="Patient visits over time (Area charts)">
            <a:extLst>
              <a:ext uri="{FF2B5EF4-FFF2-40B4-BE49-F238E27FC236}">
                <a16:creationId xmlns:a16="http://schemas.microsoft.com/office/drawing/2014/main" id="{CFA97B9B-A356-4771-B4D8-00C19F6646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2255" y="0"/>
            <a:ext cx="39474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slide14" descr="Pie Charts">
            <a:extLst>
              <a:ext uri="{FF2B5EF4-FFF2-40B4-BE49-F238E27FC236}">
                <a16:creationId xmlns:a16="http://schemas.microsoft.com/office/drawing/2014/main" id="{0A81254A-ED62-4BD1-A7DE-72DA5D9D4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278" y="0"/>
            <a:ext cx="94354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slide15" descr="Circle Chart">
            <a:extLst>
              <a:ext uri="{FF2B5EF4-FFF2-40B4-BE49-F238E27FC236}">
                <a16:creationId xmlns:a16="http://schemas.microsoft.com/office/drawing/2014/main" id="{94A18E83-F20C-4B3F-9AA6-B8DD937FD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2300287"/>
            <a:ext cx="9867900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slide16" descr="Jittering ">
            <a:extLst>
              <a:ext uri="{FF2B5EF4-FFF2-40B4-BE49-F238E27FC236}">
                <a16:creationId xmlns:a16="http://schemas.microsoft.com/office/drawing/2014/main" id="{B90E2545-48B0-4CC9-B783-E4F978417F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721" y="0"/>
            <a:ext cx="33825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slide17" descr="Area Charts">
            <a:extLst>
              <a:ext uri="{FF2B5EF4-FFF2-40B4-BE49-F238E27FC236}">
                <a16:creationId xmlns:a16="http://schemas.microsoft.com/office/drawing/2014/main" id="{347D82B2-3D07-49F8-B8EC-EFE9386B63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683" y="0"/>
            <a:ext cx="39126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lide18" descr="Box and whisker plots ">
            <a:extLst>
              <a:ext uri="{FF2B5EF4-FFF2-40B4-BE49-F238E27FC236}">
                <a16:creationId xmlns:a16="http://schemas.microsoft.com/office/drawing/2014/main" id="{832701EB-1D71-4483-97F0-EDDD0AC640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425" y="2286000"/>
            <a:ext cx="996315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slide19" descr="Histograms">
            <a:extLst>
              <a:ext uri="{FF2B5EF4-FFF2-40B4-BE49-F238E27FC236}">
                <a16:creationId xmlns:a16="http://schemas.microsoft.com/office/drawing/2014/main" id="{2B07AC6E-C337-44FF-BEA0-B5FAE09A56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741" y="0"/>
            <a:ext cx="95265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slide20" descr="Scatterplot">
            <a:extLst>
              <a:ext uri="{FF2B5EF4-FFF2-40B4-BE49-F238E27FC236}">
                <a16:creationId xmlns:a16="http://schemas.microsoft.com/office/drawing/2014/main" id="{D522D667-3260-4EA0-9FC1-92DC22D9C9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565" y="0"/>
            <a:ext cx="63388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slide21" descr="Dual Axis and Combination charts ">
            <a:extLst>
              <a:ext uri="{FF2B5EF4-FFF2-40B4-BE49-F238E27FC236}">
                <a16:creationId xmlns:a16="http://schemas.microsoft.com/office/drawing/2014/main" id="{3F94E49B-51F5-49F9-B395-C1CFDB76FE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0"/>
            <a:ext cx="9601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</Words>
  <Application>Microsoft Macintosh PowerPoint</Application>
  <PresentationFormat>Widescreen</PresentationFormat>
  <Paragraphs>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worksheets from 9/10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Duran, Faviana A</cp:lastModifiedBy>
  <cp:revision>1</cp:revision>
  <dcterms:created xsi:type="dcterms:W3CDTF">2025-09-12T17:54:26Z</dcterms:created>
  <dcterms:modified xsi:type="dcterms:W3CDTF">2025-09-12T18:01:04Z</dcterms:modified>
</cp:coreProperties>
</file>